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FlyEasy-Airlines (Final)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Online Airline Reservation Program</a:t>
            </a:r>
          </a:p>
          <a:p>
            <a:r>
              <a:t>Prepared for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transactional, console-based airline booking prototype using Java and MySQL.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Console Java App -&gt; JDBC -&gt; MySQL</a:t>
            </a:r>
          </a:p>
          <a:p>
            <a:r>
              <a:t>Key components: Models, DAOs, BookingService (transactional), Main (UI)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 flights, passengers, bookings</a:t>
            </a:r>
          </a:p>
          <a:p>
            <a:r>
              <a:t>Bookings references flights and passengers with foreign keys.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Java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DBConnection, Flight, Passenger, FlightDAO, BookingDAO, BookingService, 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Booking Flow (terminal)</a:t>
            </a:r>
          </a:p>
        </p:txBody>
      </p:sp>
      <p:pic>
        <p:nvPicPr>
          <p:cNvPr id="3" name="Picture 2" descr="demo_list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SQL schema</a:t>
            </a:r>
          </a:p>
          <a:p>
            <a:r>
              <a:t>2. Update DB credentials in DBConnection.java</a:t>
            </a:r>
          </a:p>
          <a:p>
            <a:r>
              <a:t>3. Build with Maven: mvn clean package</a:t>
            </a:r>
          </a:p>
          <a:p>
            <a:r>
              <a:t>4. Run the app: java -cp target/...jar com.flyeasy.Main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Presentation (this PPTX)</a:t>
            </a:r>
          </a:p>
          <a:p>
            <a:r>
              <a:t>2. GitHub repository with code &amp; README</a:t>
            </a:r>
          </a:p>
          <a:p>
            <a:r>
              <a:t>3. SQL schema file</a:t>
            </a:r>
          </a:p>
          <a:p>
            <a:r>
              <a:t>4. Instructions to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</a:p>
          <a:p>
            <a:pPr marL="0" indent="0">
              <a:buNone/>
            </a:pPr>
            <a:r>
              <a:rPr lang="en-US" altLang="en-GB"/>
              <a:t> GitHub Repository: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https://github.com/Arpita100906/FlyEasy-Airlines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WPS Presentation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FlyEasy-Airlines (Final)</vt:lpstr>
      <vt:lpstr>Objective</vt:lpstr>
      <vt:lpstr>Architecture</vt:lpstr>
      <vt:lpstr>Database Schema</vt:lpstr>
      <vt:lpstr>Key Java Classes</vt:lpstr>
      <vt:lpstr>Demo: Booking Flow (terminal)</vt:lpstr>
      <vt:lpstr>How to Run</vt:lpstr>
      <vt:lpstr>Submission Checklist</vt:lpstr>
      <vt:lpstr>Repository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arpitha barai</cp:lastModifiedBy>
  <cp:revision>3</cp:revision>
  <dcterms:created xsi:type="dcterms:W3CDTF">2013-01-27T09:14:00Z</dcterms:created>
  <dcterms:modified xsi:type="dcterms:W3CDTF">2025-12-30T17:28:54Z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E0692CA8F38E49AA85C51A9177E27877_12</vt:lpwstr>
  </property>
  <property fmtid="{D5CDD505-2E9C-101B-9397-08002B2CF9AE}" pid="3" name="KSOProductBuildVer">
    <vt:lpwstr>2057-12.2.0.23197</vt:lpwstr>
  </property>
</Properties>
</file>